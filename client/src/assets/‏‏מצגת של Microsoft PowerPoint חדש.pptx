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61A98AD-A47A-8CC8-E688-86C9973E7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FD0A0B2-97B5-6D07-04CB-3974649AB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C7B3153-0C5A-2A1F-95E6-E424111A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9930-53BC-406F-844C-FC5DBD5E4B18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2BA27EF-6737-76D0-C31C-360CDD9E3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B5542AF-2144-18D8-D522-874AA3F7E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2B68-49CF-488E-8C1E-A476C3198E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4376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C4C6C75-789B-0B5B-B749-E833BD142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0D416A2-4FF2-5620-94C9-65F6F8EBC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8423B6E-F31E-E35D-7EB7-FE195CB1E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9930-53BC-406F-844C-FC5DBD5E4B18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B5CC85F-2D4C-7CD7-B4FC-051CF5D8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744048B-0955-383C-8F51-33A59267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2B68-49CF-488E-8C1E-A476C3198E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795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39B099A-D3FA-E541-DFF4-FADF05441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2F3AF92-1578-25C2-C608-31D8FF279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A4E72F0-6334-622A-C13E-7C82ADE64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9930-53BC-406F-844C-FC5DBD5E4B18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708B5E2-D6D2-1408-7460-827E960A9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A5D8894-A91C-5ED7-F28B-9D2005CF6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2B68-49CF-488E-8C1E-A476C3198E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8094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714949-9DF2-21D6-F56B-DE26DB055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D5953EE-2EAB-BE09-4846-0AC01DFE2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7965E69-FA03-541C-D2C9-BF066E480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FBDF229-121F-0523-04D7-4DBCB8AB6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9930-53BC-406F-844C-FC5DBD5E4B18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FA1031D-EDAE-1C30-0211-BD26CE9E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9E34A86-1C02-2F34-B0D3-DFE9E2EA9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2B68-49CF-488E-8C1E-A476C3198E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678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2F2F1D-6B2F-CA99-93CC-B9DCADE5A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55FAF0F-ACD0-4A15-581F-04B4FD44F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4B389F7-5D34-718E-0AA2-DB5EE8556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CC40647-AC5B-C81F-57A3-1BBBC61D77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0E55AEF-C828-E21B-096D-03B0F4922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40D37170-BEB1-2B4E-7E24-F86F711F3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9930-53BC-406F-844C-FC5DBD5E4B18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9EEAF27-8244-DAAD-722B-14DD78AF7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FD6FEE9B-90B5-EE82-65F4-0DDBE9E7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2B68-49CF-488E-8C1E-A476C3198E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534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EDD29A-26DC-B43A-D883-27AAB194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070B0C54-920F-0310-AD53-392CC0485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9930-53BC-406F-844C-FC5DBD5E4B18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D3D4FA98-5827-059A-F4E4-6C5543897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21138B0-866B-B85A-0EDB-FC5027648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2B68-49CF-488E-8C1E-A476C3198E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340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5216DB7-7998-E58B-AC39-18D6B28E7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9930-53BC-406F-844C-FC5DBD5E4B18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1437772-904B-8283-0BB3-214353A7D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6A7E4B7-E858-2BD4-C71A-D57324C8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2B68-49CF-488E-8C1E-A476C3198E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8915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535373D-5AED-EBA1-FFC7-0502B729E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DFD374C-7A5F-EE9A-487F-8530FC393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EEF4D95-EF51-7F70-3AF8-0658DBBF1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713E19B-C079-1F24-8EED-DE58BA5D5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9930-53BC-406F-844C-FC5DBD5E4B18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F6CDF8F-809E-D450-0256-37EC7A7DB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74C4695-52E5-A476-FF57-DCADD3EE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2B68-49CF-488E-8C1E-A476C3198E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2630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16E97B9-B181-17D5-CC59-23AD141BF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2E1E2EB-371A-59B8-B829-75244A362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4D0EE48-964C-2027-DCBD-F9DAD06DD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0C02EB5-6ACD-707F-305F-B468A226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9930-53BC-406F-844C-FC5DBD5E4B18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1242BD1-A5DF-E9EE-D846-20163443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F68F789-D194-74F4-D453-C926809E5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2B68-49CF-488E-8C1E-A476C3198E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05581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F9E68B6-8489-DC93-2FAA-86F16388E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48B119F-0D6B-C91D-EA22-0633A8EFC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FCD6A4-6AED-F3A7-72EE-85EFA98B5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9930-53BC-406F-844C-FC5DBD5E4B18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5B5EA70-E1F8-08E1-54FD-C2BE21544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10F4D0D-3E7F-F528-1419-9ED2DEF4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2B68-49CF-488E-8C1E-A476C3198E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5284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E8F6AF3-357D-313B-D1C2-98A3CABA4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8F5B0CE-0696-E72E-9B4B-93B27CC36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D2957DC-70C9-8CFE-1162-4FDE3A966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9930-53BC-406F-844C-FC5DBD5E4B18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83CF81C-5F8C-4F8D-F310-081A57246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CF8653B-704C-DA72-A52C-491E0C8D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2B68-49CF-488E-8C1E-A476C3198E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94516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7E143E4F-F73E-3DA8-3930-21286E99D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B16FA1A-CEC7-7292-C772-066CD46F1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D77CA82-07A7-E643-1E84-C7AA0487A6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869930-53BC-406F-844C-FC5DBD5E4B18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F9E4A70-C574-48D9-B2D2-28CDDE410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EBBD2C2-8FC1-125E-150E-35A307011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E2B68-49CF-488E-8C1E-A476C3198E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116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503DD865-499E-4A8D-CDD2-F20C77BC2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230" y="1523950"/>
            <a:ext cx="3391373" cy="290553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A9BBB9F2-87E5-007C-094B-DCE9A62C7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999" y="939479"/>
            <a:ext cx="3810532" cy="3858163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9DAD9A78-88C4-BC30-F8E5-CEC0D7DA85A6}"/>
              </a:ext>
            </a:extLst>
          </p:cNvPr>
          <p:cNvSpPr txBox="1"/>
          <p:nvPr/>
        </p:nvSpPr>
        <p:spPr>
          <a:xfrm>
            <a:off x="5996833" y="2340077"/>
            <a:ext cx="146585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MICROCHEF</a:t>
            </a:r>
            <a:endParaRPr lang="he-IL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83B8720B-5D5E-D88E-59BD-E4B2E63CD2F8}"/>
              </a:ext>
            </a:extLst>
          </p:cNvPr>
          <p:cNvSpPr txBox="1"/>
          <p:nvPr/>
        </p:nvSpPr>
        <p:spPr>
          <a:xfrm>
            <a:off x="5244672" y="3429000"/>
            <a:ext cx="1485086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ZERO WASTE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3853879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</Words>
  <Application>Microsoft Office PowerPoint</Application>
  <PresentationFormat>מסך רחב</PresentationFormat>
  <Paragraphs>2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נועה בן חמו</dc:creator>
  <cp:lastModifiedBy>נועה בן חמו</cp:lastModifiedBy>
  <cp:revision>1</cp:revision>
  <dcterms:created xsi:type="dcterms:W3CDTF">2026-06-01T16:43:59Z</dcterms:created>
  <dcterms:modified xsi:type="dcterms:W3CDTF">2026-06-01T17:03:07Z</dcterms:modified>
</cp:coreProperties>
</file>